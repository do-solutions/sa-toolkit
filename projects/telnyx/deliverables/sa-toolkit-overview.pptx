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131C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Toolkit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AI-Assisted Solutions Architecture Operating Model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32004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Diogo Vieira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Senior Solutions Architect  ·  DigitalOcean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188720"/>
            <a:ext cx="2286000" cy="91440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188720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6656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377440"/>
            <a:ext cx="2286000" cy="91440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377440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git-native workflow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566160"/>
            <a:ext cx="2286000" cy="91440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3566160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69180"/>
            <a:ext cx="91440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SA reinvents the wheel. Every engagement starts from zero.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320040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200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2194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75488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ad-hoc test results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a reusable form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Configs, results, and learnings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in personal folders or Slack DMs.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371600"/>
            <a:ext cx="2651760" cy="320040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371600"/>
            <a:ext cx="54864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459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0128" y="2194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3310128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deliverable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across the team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10128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SA writes profiles, qual scores,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POC plans in their own way.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371600"/>
            <a:ext cx="2651760" cy="320040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371600"/>
            <a:ext cx="54864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459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44768" y="2194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3800" dirty="0"/>
          </a:p>
        </p:txBody>
      </p:sp>
      <p:sp>
        <p:nvSpPr>
          <p:cNvPr id="22" name="Text 17"/>
          <p:cNvSpPr/>
          <p:nvPr/>
        </p:nvSpPr>
        <p:spPr>
          <a:xfrm>
            <a:off x="6144768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SA to ramp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common customer patterns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44768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Institutional knowledge lives 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people, not systems.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0" y="4869180"/>
            <a:ext cx="91440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Toolkit  ·  Internal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shared repo. One CLI entry point. Everything compounds.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338328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383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SA's primary interface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2286000" cy="182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CLAUDE.md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slash commands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--dangerously-skip-permissions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repo directly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371600"/>
            <a:ext cx="2651760" cy="338328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371600"/>
            <a:ext cx="54864" cy="3383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Git Repo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37560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consistency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286000"/>
            <a:ext cx="2286000" cy="182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SAs clone once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commands, same context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customer/* branches per deal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loop → main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371600"/>
            <a:ext cx="2651760" cy="338328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371600"/>
            <a:ext cx="54864" cy="3383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72200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Compounds over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286000"/>
            <a:ext cx="2286000" cy="182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 — reusable patterns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knowledge/ — captured outcomes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projects/ — active work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Auto-searched on every command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90672" y="2880360"/>
            <a:ext cx="12801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25312" y="2880360"/>
            <a:ext cx="12801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869180"/>
            <a:ext cx="91440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Toolkit  ·  Internal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Type  sa  — and run commands. Claude does the rest.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51760" cy="15087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1508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435608"/>
            <a:ext cx="1371600" cy="347472"/>
          </a:xfrm>
          <a:prstGeom prst="rect">
            <a:avLst/>
          </a:prstGeom>
          <a:solidFill>
            <a:srgbClr val="131C2E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44475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/engage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1892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Creates folder, engagement.yaml, git branch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51760" cy="15087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25880"/>
            <a:ext cx="54864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1435608"/>
            <a:ext cx="1371600" cy="347472"/>
          </a:xfrm>
          <a:prstGeom prst="rect">
            <a:avLst/>
          </a:prstGeom>
          <a:solidFill>
            <a:srgbClr val="131C2E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144475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892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one-pager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Extracts company, contacts, pain points from notes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325880"/>
            <a:ext cx="2651760" cy="15087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325880"/>
            <a:ext cx="54864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1435608"/>
            <a:ext cx="1371600" cy="347472"/>
          </a:xfrm>
          <a:prstGeom prst="rect">
            <a:avLst/>
          </a:prstGeom>
          <a:solidFill>
            <a:srgbClr val="131C2E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44475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/qualify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1892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fit 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4476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0–100 score, motion, past similar engagements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2651760" cy="15087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6324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3172968"/>
            <a:ext cx="1371600" cy="347472"/>
          </a:xfrm>
          <a:prstGeom prst="rect">
            <a:avLst/>
          </a:prstGeom>
          <a:solidFill>
            <a:srgbClr val="131C2E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18211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 vs incumbent — transfer costs always shown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3063240"/>
            <a:ext cx="2651760" cy="15087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063240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3172968"/>
            <a:ext cx="1371600" cy="347472"/>
          </a:xfrm>
          <a:prstGeom prst="rect">
            <a:avLst/>
          </a:prstGeom>
          <a:solidFill>
            <a:srgbClr val="131C2E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75888" y="318211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/poc-init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10128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scaffold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10128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Plan, checklist, runbook from qualification data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0" y="3063240"/>
            <a:ext cx="2651760" cy="15087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3063240"/>
            <a:ext cx="54864" cy="1508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92240" y="3172968"/>
            <a:ext cx="1371600" cy="347472"/>
          </a:xfrm>
          <a:prstGeom prst="rect">
            <a:avLst/>
          </a:prstGeom>
          <a:solidFill>
            <a:srgbClr val="131C2E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318211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/capture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44768" y="3630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push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44768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entry → knowledge/ + skill extraction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869180"/>
            <a:ext cx="91440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Toolkit  ·  Internal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Files 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file has a deliberate home. Nothing in the wrong place.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35204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3520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sa-toolkit/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.claude/commands/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02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/engage  /qualify  /capture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95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projects/[customer-slug]/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engagement.yaml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deliverables/  ← committed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raw/           ← gitignored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465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architectures/  cost-models/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knowledge/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engagements/  validations/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114800" cy="749808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2588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89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deliverables/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from /commands. Clean, committed,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shareable. Profile, qualification, cost, POC plan.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194560"/>
            <a:ext cx="4114800" cy="749808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194560"/>
            <a:ext cx="54864" cy="7498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532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working files. Keys, logs, configs, notes.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Gitignored. Never reaches the shared repo.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063240"/>
            <a:ext cx="4114800" cy="749808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06324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127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Completed captures. Anonymized. Searchable.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Fed by /capture. Benefits every future SA.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931920"/>
            <a:ext cx="4114800" cy="749808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931920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995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4270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Extracted patterns. Architecture blueprints,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 models, POC templates, migration guides.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869180"/>
            <a:ext cx="91440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Toolkit  ·  Internal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Telnyx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75120" y="256032"/>
            <a:ext cx="2011680" cy="411480"/>
          </a:xfrm>
          <a:prstGeom prst="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256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CLOSED-WON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WireGuard UDP over DO Regional Network LB on self-managed Kubernetes (RKE2/Rancher)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2011680" cy="32918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54864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" y="2194560"/>
            <a:ext cx="9144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6060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WireGuard UDP through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REGIONAL_NETWORK LB works.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persistence confirmed.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1325880"/>
            <a:ext cx="2011680" cy="32918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1325880"/>
            <a:ext cx="54864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24328" y="2194560"/>
            <a:ext cx="9144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24328" y="26060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of 4 topologies viable.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Recommended: port-per-pod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 shared gateway.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325880"/>
            <a:ext cx="2011680" cy="32918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325880"/>
            <a:ext cx="54864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(39 pods)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73168" y="2194560"/>
            <a:ext cx="9144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6060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39 WireGuard pods on one LB.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MiB RAM per pod.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self-managed K8s requirements.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12280" y="1325880"/>
            <a:ext cx="2011680" cy="32918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12280" y="1325880"/>
            <a:ext cx="54864" cy="3291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22008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22008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0 (any UDP)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22008" y="2194560"/>
            <a:ext cx="9144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22008" y="26060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0 removes 40-rule ceiling.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LB rule forwards all UDP ports.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per-customer rule management.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617720"/>
            <a:ext cx="54864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0 (any-to-any UDP) on DO Regional LB removes all per-customer rule management. Single LB handles unlimited WireGuard customers at $12/mo flat.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Effect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engagement makes the next one faster. The value accumulates.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645920" cy="777240"/>
          </a:xfrm>
          <a:prstGeom prst="rect">
            <a:avLst/>
          </a:prstGeom>
          <a:solidFill>
            <a:srgbClr val="0D132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63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picks 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0" y="1417320"/>
            <a:ext cx="1645920" cy="777240"/>
          </a:xfrm>
          <a:prstGeom prst="rect">
            <a:avLst/>
          </a:prstGeom>
          <a:solidFill>
            <a:srgbClr val="0D132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57800" y="1463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/qualify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/profile /cost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0" y="3246120"/>
            <a:ext cx="1645920" cy="777240"/>
          </a:xfrm>
          <a:prstGeom prst="rect">
            <a:avLst/>
          </a:prstGeom>
          <a:solidFill>
            <a:srgbClr val="0D132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57800" y="3291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/capture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PR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1645920" cy="777240"/>
          </a:xfrm>
          <a:prstGeom prst="rect">
            <a:avLst/>
          </a:prstGeom>
          <a:solidFill>
            <a:srgbClr val="0D132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291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knowledge/ searched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94560" y="1764792"/>
            <a:ext cx="3657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47688" y="2194560"/>
            <a:ext cx="36576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˅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194560" y="3593592"/>
            <a:ext cx="3657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3504" y="2194560"/>
            <a:ext cx="36576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˄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971800" y="2057400"/>
            <a:ext cx="3200400" cy="1005840"/>
          </a:xfrm>
          <a:prstGeom prst="rect">
            <a:avLst/>
          </a:prstGeom>
          <a:solidFill>
            <a:srgbClr val="131C2E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06324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 + knowledge/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63240" y="2450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Grows with every engagement.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Searched automatically by /qualify.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251960"/>
            <a:ext cx="2651760" cy="64008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279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builds from scratch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4251960"/>
            <a:ext cx="2651760" cy="64008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38728" y="4279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10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38728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draws on 9 past patterns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251960"/>
            <a:ext cx="2651760" cy="64008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4279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73368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rare scenario has been seen before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869180"/>
            <a:ext cx="91440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Toolkit  ·  Internal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is live. Three tracks running in parallel.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51760" cy="35204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3520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Visibility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2286000" cy="182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for SA leads and management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 sidebar with stage +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browser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484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 activity and deliverable tracking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330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Read-only: SAs work in CLI, not browser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325880"/>
            <a:ext cx="2651760" cy="35204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325880"/>
            <a:ext cx="54864" cy="3520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1828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Reusable patterns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121408"/>
            <a:ext cx="2286000" cy="182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194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playbooks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679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templates per product category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638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 frameworks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6484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 validations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customer-specific)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41330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 templates per workload type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325880"/>
            <a:ext cx="2651760" cy="35204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325880"/>
            <a:ext cx="54864" cy="3520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Rollout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72200" y="1828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2121408"/>
            <a:ext cx="2286000" cy="182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194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guide in README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679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API key + shared settings.json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1638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lead reviews PRs (&lt; 48h SLA)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6484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loop enforced at capture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41330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SAs as early adopters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84632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86460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org API key provisioning for SA team  ·  Designate SA lead for PR review  ·  5-SA pilot in Q2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69180"/>
            <a:ext cx="91440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Toolkit  ·  Internal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 Toolkit — AI-Assisted Solutions Architecture</dc:title>
  <dc:subject>PptxGenJS Presentation</dc:subject>
  <dc:creator>PptxGenJS</dc:creator>
  <cp:lastModifiedBy>PptxGenJS</cp:lastModifiedBy>
  <cp:revision>1</cp:revision>
  <dcterms:created xsi:type="dcterms:W3CDTF">2026-04-06T17:05:28Z</dcterms:created>
  <dcterms:modified xsi:type="dcterms:W3CDTF">2026-04-06T17:05:28Z</dcterms:modified>
</cp:coreProperties>
</file>